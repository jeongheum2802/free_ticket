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4" autoAdjust="0"/>
    <p:restoredTop sz="97380" autoAdjust="0"/>
  </p:normalViewPr>
  <p:slideViewPr>
    <p:cSldViewPr snapToGrid="0">
      <p:cViewPr varScale="1">
        <p:scale>
          <a:sx n="81" d="100"/>
          <a:sy n="81" d="100"/>
        </p:scale>
        <p:origin x="114" y="17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5D65AA-4E45-E02F-D612-2F7A04D8BF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2E367E8-C180-3D0E-7B10-0E593A0D1F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6532B2-9B1F-20A5-FD45-FC5242ED1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FBC67-B157-4312-A44B-A40D8DFA9AAF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96293D-82A9-3ED2-D297-C939F485B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C82302-5291-3D17-164B-669F3A3B9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16F3C-ED9C-4347-867B-47E0189486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4519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316A37-ADBE-F428-6255-863D4272E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30B4E6-FDA7-B66A-11B2-A7439D402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764771-47F5-29B4-ED14-236F780CD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FBC67-B157-4312-A44B-A40D8DFA9AAF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45D688-D939-10A2-9BF6-092C2DDCA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914B43-F417-5F21-9BD6-70498D578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16F3C-ED9C-4347-867B-47E0189486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177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10F8E7-2940-655F-31BF-C600AECF9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7B0A1B-502A-9E44-2AA6-6678071AA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E871C7-14DE-126B-9B10-1C4040682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FBC67-B157-4312-A44B-A40D8DFA9AAF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EC591E-AD48-3CA1-464B-FA4808A1C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B20275-67EF-EFD6-5C84-4E1D87D1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16F3C-ED9C-4347-867B-47E0189486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769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A83EFB-1BCD-9F87-57DC-B09130F15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EBA766-A8A0-C561-A588-7B472044EA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4BF6769-E4C8-EFAB-383B-27A6A2873C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73791C-1643-BFBA-29AB-16034E24D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FBC67-B157-4312-A44B-A40D8DFA9AAF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70A799-935C-8EF2-47B8-5C70E74AA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33B0F9-56B5-A6BF-C7B1-A6EF07DE3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16F3C-ED9C-4347-867B-47E0189486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3800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9D0161-08E4-625D-253B-2ADDD8C18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FB366A-0DB7-9B56-5067-DE87F9D51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05DB01-26EA-0B4B-4434-1F78295E40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ECDE30B-E235-202F-D155-1DDF24218E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E2F9398-BBB1-DBD0-E496-0FE669039D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408B070-25D4-98C3-9A66-A07C8D8D4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FBC67-B157-4312-A44B-A40D8DFA9AAF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7A7731F-D96B-142B-F981-B540A06C5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FEC61C6-D873-B71A-3166-A0B10A81E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16F3C-ED9C-4347-867B-47E0189486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0819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C8F619-24C7-F65E-D862-58BEF2216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2DAA490-0502-6D17-4ED4-8CB6A53B4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FBC67-B157-4312-A44B-A40D8DFA9AAF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C5C6F8C-8F88-6E6A-A24E-9D8D31948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514CCDA-C6DE-7D03-F755-415BE37B4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16F3C-ED9C-4347-867B-47E0189486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977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628204C-E260-4537-B499-478292B2C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FBC67-B157-4312-A44B-A40D8DFA9AAF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F29ACBB-630B-BCE5-AF78-96C6E95B4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7182D6-24C9-0E51-4133-5B8A23C73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16F3C-ED9C-4347-867B-47E0189486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7819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6472E9-5EF0-9B1D-C4C5-358F6ED7A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845DF-589A-779E-8B87-93FDE6C5F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181AC16-AA18-516F-9600-414AECF33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685E2D-5CFC-315E-7CCF-15C5F4702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FBC67-B157-4312-A44B-A40D8DFA9AAF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1A6272A-CC80-ECC2-425F-003A63BB3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6FDC09-7EF4-DB4C-1B62-E36D0A67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16F3C-ED9C-4347-867B-47E0189486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071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942A32-0C19-317F-6035-45E2931C1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99D0C1F-8711-0EBC-EF6D-5F728EA2E8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58B74D-A5D4-9AB1-2CF9-C6734DF849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64222C-ED78-7201-7A99-46009D2EC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FBC67-B157-4312-A44B-A40D8DFA9AAF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51D19EC-1D67-B123-2C5F-ACA56989A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2DBCB04-E338-BBF8-881B-8400CCBBF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16F3C-ED9C-4347-867B-47E0189486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8515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A32B84-AF7B-D7CB-99D1-536C11C3D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3D2C64A-2E60-2AFD-68FA-374621B697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47A711-68EC-09CB-AB8B-C666B80D6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FBC67-B157-4312-A44B-A40D8DFA9AAF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5592E0-2C00-22F1-49A1-C0BA570CA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38842B-21EE-DBEB-D5EB-34F5B5E3E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16F3C-ED9C-4347-867B-47E0189486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529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88CFCB7-5658-018D-601B-93667335D3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706AB4E-2972-D795-4035-14F4868B6E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3DA4CC-5CF7-C563-A401-7EE70684A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FBC67-B157-4312-A44B-A40D8DFA9AAF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E40783-B929-F83A-1630-839F868A1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06D803-9368-95A3-288E-524733E1C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16F3C-ED9C-4347-867B-47E0189486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9498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9DDFE44-72B6-F63C-3B14-ECF821046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16135C-CF22-9CDA-D845-AFE7CAA88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CE04B2-8EC0-6B22-7AF6-BA3B61DB80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BFBC67-B157-4312-A44B-A40D8DFA9AAF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4DC87E-9517-0AA5-8B31-CCFD85A8BD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5ADEFC-518E-A08E-EEB0-34E7716B39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316F3C-ED9C-4347-867B-47E0189486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4546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벡터 티켓 아이콘 로열티 무료 사진, 그림, 이미지 그리고 스톡포토그래피. Image 74794084">
            <a:extLst>
              <a:ext uri="{FF2B5EF4-FFF2-40B4-BE49-F238E27FC236}">
                <a16:creationId xmlns:a16="http://schemas.microsoft.com/office/drawing/2014/main" id="{1A6D8912-43CF-A766-FC31-B2C9B0C63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5819" y="1963326"/>
            <a:ext cx="4257675" cy="425767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664A13-5F59-905A-92A9-F9C85A083A95}"/>
              </a:ext>
            </a:extLst>
          </p:cNvPr>
          <p:cNvSpPr txBox="1"/>
          <p:nvPr/>
        </p:nvSpPr>
        <p:spPr>
          <a:xfrm>
            <a:off x="641268" y="770529"/>
            <a:ext cx="6198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>
                <a:solidFill>
                  <a:schemeClr val="bg1">
                    <a:lumMod val="50000"/>
                  </a:schemeClr>
                </a:solidFill>
              </a:rPr>
              <a:t>왐뚜팀 인프전 </a:t>
            </a:r>
            <a:r>
              <a:rPr lang="en-US" altLang="ko-KR" sz="3600" b="1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ko-KR" altLang="en-US" sz="3600" b="1">
                <a:solidFill>
                  <a:schemeClr val="bg1">
                    <a:lumMod val="50000"/>
                  </a:schemeClr>
                </a:solidFill>
              </a:rPr>
              <a:t>월 진행현황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C5F9A33-AE28-55F5-A0F2-FD5C618C7EAC}"/>
              </a:ext>
            </a:extLst>
          </p:cNvPr>
          <p:cNvSpPr/>
          <p:nvPr/>
        </p:nvSpPr>
        <p:spPr>
          <a:xfrm>
            <a:off x="403761" y="1531917"/>
            <a:ext cx="6567055" cy="4571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E75C0B-E9E0-8E91-D928-5C5300384BC0}"/>
              </a:ext>
            </a:extLst>
          </p:cNvPr>
          <p:cNvSpPr txBox="1"/>
          <p:nvPr/>
        </p:nvSpPr>
        <p:spPr>
          <a:xfrm>
            <a:off x="3740728" y="1692693"/>
            <a:ext cx="3408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chemeClr val="bg1">
                    <a:lumMod val="65000"/>
                  </a:schemeClr>
                </a:solidFill>
              </a:rPr>
              <a:t>최정흠</a:t>
            </a:r>
            <a:r>
              <a:rPr lang="en-US" altLang="ko-KR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ko-KR" altLang="en-US">
                <a:solidFill>
                  <a:schemeClr val="bg1">
                    <a:lumMod val="65000"/>
                  </a:schemeClr>
                </a:solidFill>
              </a:rPr>
              <a:t>옥준서</a:t>
            </a:r>
            <a:r>
              <a:rPr lang="en-US" altLang="ko-KR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ko-KR" altLang="en-US">
                <a:solidFill>
                  <a:schemeClr val="bg1">
                    <a:lumMod val="65000"/>
                  </a:schemeClr>
                </a:solidFill>
              </a:rPr>
              <a:t>윤호영</a:t>
            </a:r>
            <a:r>
              <a:rPr lang="en-US" altLang="ko-KR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ko-KR" altLang="en-US">
                <a:solidFill>
                  <a:schemeClr val="bg1">
                    <a:lumMod val="65000"/>
                  </a:schemeClr>
                </a:solidFill>
              </a:rPr>
              <a:t>황시선</a:t>
            </a:r>
          </a:p>
        </p:txBody>
      </p:sp>
    </p:spTree>
    <p:extLst>
      <p:ext uri="{BB962C8B-B14F-4D97-AF65-F5344CB8AC3E}">
        <p14:creationId xmlns:p14="http://schemas.microsoft.com/office/powerpoint/2010/main" val="1928025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90141C-E81E-3FD5-C31B-8082E9928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44" y="436378"/>
            <a:ext cx="6567055" cy="897226"/>
          </a:xfrm>
        </p:spPr>
        <p:txBody>
          <a:bodyPr/>
          <a:lstStyle/>
          <a:p>
            <a:r>
              <a:rPr lang="ko-KR" altLang="en-US" b="1">
                <a:solidFill>
                  <a:schemeClr val="bg1">
                    <a:lumMod val="50000"/>
                  </a:schemeClr>
                </a:solidFill>
              </a:rPr>
              <a:t>프로젝트 소개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EE219A0-E8EC-45F1-1B46-EA55CE9A84D7}"/>
              </a:ext>
            </a:extLst>
          </p:cNvPr>
          <p:cNvSpPr/>
          <p:nvPr/>
        </p:nvSpPr>
        <p:spPr>
          <a:xfrm>
            <a:off x="700644" y="1310744"/>
            <a:ext cx="6567055" cy="4571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E5021F-6FCD-09AD-10A4-A9BAAA092896}"/>
              </a:ext>
            </a:extLst>
          </p:cNvPr>
          <p:cNvSpPr txBox="1"/>
          <p:nvPr/>
        </p:nvSpPr>
        <p:spPr>
          <a:xfrm>
            <a:off x="700644" y="1698170"/>
            <a:ext cx="50984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티켓의 가격에 따라 수요가 달라지는데 가격을 잘 조절하면 수익을 최대화 할 수 있지 않을까</a:t>
            </a:r>
            <a:r>
              <a:rPr lang="en-US" altLang="ko-KR"/>
              <a:t>?</a:t>
            </a:r>
          </a:p>
        </p:txBody>
      </p:sp>
      <p:pic>
        <p:nvPicPr>
          <p:cNvPr id="6" name="그림 5" descr="차트 - 무료 사업개 아이콘">
            <a:extLst>
              <a:ext uri="{FF2B5EF4-FFF2-40B4-BE49-F238E27FC236}">
                <a16:creationId xmlns:a16="http://schemas.microsoft.com/office/drawing/2014/main" id="{DE6CCE53-39BA-FEAE-50B7-1CEB7EC7D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644" y="2686208"/>
            <a:ext cx="1872344" cy="18723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7AC829-63C0-9685-5980-72D45F3D1BEA}"/>
              </a:ext>
            </a:extLst>
          </p:cNvPr>
          <p:cNvSpPr txBox="1"/>
          <p:nvPr/>
        </p:nvSpPr>
        <p:spPr>
          <a:xfrm>
            <a:off x="3356759" y="3160715"/>
            <a:ext cx="81345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티켓이 가격이 떨어지면 수요가 늘어날 것이다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티켓의 가격이 떨어지면 수요가 줄어들 것이다</a:t>
            </a:r>
          </a:p>
        </p:txBody>
      </p:sp>
    </p:spTree>
    <p:extLst>
      <p:ext uri="{BB962C8B-B14F-4D97-AF65-F5344CB8AC3E}">
        <p14:creationId xmlns:p14="http://schemas.microsoft.com/office/powerpoint/2010/main" val="2909271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177F5-FDC7-9F71-4477-D56BAF4E3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74D3DC-9464-5142-D9F5-D833DFC78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44" y="436378"/>
            <a:ext cx="6567055" cy="897226"/>
          </a:xfrm>
        </p:spPr>
        <p:txBody>
          <a:bodyPr/>
          <a:lstStyle/>
          <a:p>
            <a:r>
              <a:rPr lang="ko-KR" altLang="en-US" b="1">
                <a:solidFill>
                  <a:schemeClr val="bg1">
                    <a:lumMod val="50000"/>
                  </a:schemeClr>
                </a:solidFill>
              </a:rPr>
              <a:t>사용자 흐름 다이어그램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3D5C6EC-6A9F-90B9-D1A0-A35588191B2B}"/>
              </a:ext>
            </a:extLst>
          </p:cNvPr>
          <p:cNvSpPr/>
          <p:nvPr/>
        </p:nvSpPr>
        <p:spPr>
          <a:xfrm>
            <a:off x="700644" y="1310744"/>
            <a:ext cx="6567055" cy="4571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E578D99-8D9F-C194-9C29-33F83A67B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644" y="1758312"/>
            <a:ext cx="7402173" cy="4537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019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62725-C9A4-93F0-5788-AD56498AC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BFEF55-A06D-6126-1CB7-D8A9618F8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44" y="436378"/>
            <a:ext cx="6567055" cy="897226"/>
          </a:xfrm>
        </p:spPr>
        <p:txBody>
          <a:bodyPr/>
          <a:lstStyle/>
          <a:p>
            <a:r>
              <a:rPr lang="en-US" altLang="ko-KR" b="1">
                <a:solidFill>
                  <a:schemeClr val="bg1">
                    <a:lumMod val="50000"/>
                  </a:schemeClr>
                </a:solidFill>
              </a:rPr>
              <a:t>UI / UX </a:t>
            </a:r>
            <a:r>
              <a:rPr lang="ko-KR" altLang="en-US" b="1">
                <a:solidFill>
                  <a:schemeClr val="bg1">
                    <a:lumMod val="50000"/>
                  </a:schemeClr>
                </a:solidFill>
              </a:rPr>
              <a:t>계획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3768CF6-FA56-382D-D85C-9C7732A0B99A}"/>
              </a:ext>
            </a:extLst>
          </p:cNvPr>
          <p:cNvSpPr/>
          <p:nvPr/>
        </p:nvSpPr>
        <p:spPr>
          <a:xfrm>
            <a:off x="700644" y="1310744"/>
            <a:ext cx="6567055" cy="4571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14A2BF9-F548-1887-B8CE-793122911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538" y="1674492"/>
            <a:ext cx="1699365" cy="436435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A9A43F4-D7D2-4A02-9DF7-1C74FEFE3EA0}"/>
              </a:ext>
            </a:extLst>
          </p:cNvPr>
          <p:cNvSpPr txBox="1"/>
          <p:nvPr/>
        </p:nvSpPr>
        <p:spPr>
          <a:xfrm>
            <a:off x="3457575" y="1885950"/>
            <a:ext cx="619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Yes24 </a:t>
            </a:r>
            <a:r>
              <a:rPr lang="ko-KR" altLang="en-US"/>
              <a:t>티켓 사이트를 참고하며 디자인을 할 계획</a:t>
            </a:r>
          </a:p>
        </p:txBody>
      </p:sp>
    </p:spTree>
    <p:extLst>
      <p:ext uri="{BB962C8B-B14F-4D97-AF65-F5344CB8AC3E}">
        <p14:creationId xmlns:p14="http://schemas.microsoft.com/office/powerpoint/2010/main" val="1959756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BFA8C-D3A0-36BA-C3BB-B1942E28B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889920-DE9A-5AB4-048E-F61E040F9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44" y="436378"/>
            <a:ext cx="6567055" cy="897226"/>
          </a:xfrm>
        </p:spPr>
        <p:txBody>
          <a:bodyPr/>
          <a:lstStyle/>
          <a:p>
            <a:r>
              <a:rPr lang="ko-KR" altLang="en-US" b="1">
                <a:solidFill>
                  <a:schemeClr val="bg1">
                    <a:lumMod val="50000"/>
                  </a:schemeClr>
                </a:solidFill>
              </a:rPr>
              <a:t>티켓 판매 절차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6349785-2E20-E85A-99DD-2B0F15B90ED1}"/>
              </a:ext>
            </a:extLst>
          </p:cNvPr>
          <p:cNvSpPr/>
          <p:nvPr/>
        </p:nvSpPr>
        <p:spPr>
          <a:xfrm>
            <a:off x="700644" y="1310744"/>
            <a:ext cx="6567055" cy="4571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A1BB33C-5896-93BC-C600-37F2898B8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643" y="3715608"/>
            <a:ext cx="4176157" cy="183164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CE410B9-A9AC-29D4-EF0C-8599EFF9C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43" y="2283654"/>
            <a:ext cx="3915093" cy="698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4199536-59A1-DD35-4F45-D2B570830548}"/>
              </a:ext>
            </a:extLst>
          </p:cNvPr>
          <p:cNvSpPr txBox="1"/>
          <p:nvPr/>
        </p:nvSpPr>
        <p:spPr>
          <a:xfrm>
            <a:off x="586344" y="1765654"/>
            <a:ext cx="3718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티켓링크 사이트의 판매 등록 절차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22380FA-52A5-D8DD-740E-3680A8E7BA5E}"/>
              </a:ext>
            </a:extLst>
          </p:cNvPr>
          <p:cNvSpPr/>
          <p:nvPr/>
        </p:nvSpPr>
        <p:spPr>
          <a:xfrm>
            <a:off x="586344" y="1765654"/>
            <a:ext cx="4290456" cy="14156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47C8BC-C9B0-F000-43EF-C5B608F9665B}"/>
              </a:ext>
            </a:extLst>
          </p:cNvPr>
          <p:cNvSpPr txBox="1"/>
          <p:nvPr/>
        </p:nvSpPr>
        <p:spPr>
          <a:xfrm>
            <a:off x="5429250" y="1765654"/>
            <a:ext cx="441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/>
              <a:t>관리자가 검수 후 조건에 적합하면 티켓 등록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66910F-B24B-801D-819D-5C037076E8B1}"/>
              </a:ext>
            </a:extLst>
          </p:cNvPr>
          <p:cNvSpPr txBox="1"/>
          <p:nvPr/>
        </p:nvSpPr>
        <p:spPr>
          <a:xfrm>
            <a:off x="5557652" y="2375065"/>
            <a:ext cx="624642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/>
              <a:t>신뢰 확인</a:t>
            </a:r>
            <a:endParaRPr lang="en-US" altLang="ko-KR" b="1"/>
          </a:p>
          <a:p>
            <a:r>
              <a:rPr lang="ko-KR" altLang="en-US"/>
              <a:t>사업자 등록증 확인</a:t>
            </a:r>
            <a:r>
              <a:rPr lang="en-US" altLang="ko-KR"/>
              <a:t>, </a:t>
            </a:r>
            <a:r>
              <a:rPr lang="ko-KR" altLang="en-US"/>
              <a:t>계약서 작성</a:t>
            </a:r>
            <a:endParaRPr lang="en-US" altLang="ko-KR"/>
          </a:p>
          <a:p>
            <a:endParaRPr lang="en-US" altLang="ko-KR"/>
          </a:p>
          <a:p>
            <a:r>
              <a:rPr lang="ko-KR" altLang="en-US" b="1"/>
              <a:t>공연 장소 및 계획 확인</a:t>
            </a:r>
            <a:endParaRPr lang="en-US" altLang="ko-KR" b="1"/>
          </a:p>
          <a:p>
            <a:r>
              <a:rPr lang="ko-KR" altLang="en-US"/>
              <a:t>공연 장소 정보와 공연 계획 관련 자료를 판매자에게 받아확인</a:t>
            </a:r>
            <a:endParaRPr lang="en-US" altLang="ko-KR"/>
          </a:p>
          <a:p>
            <a:endParaRPr lang="en-US" altLang="ko-KR"/>
          </a:p>
          <a:p>
            <a:r>
              <a:rPr lang="ko-KR" altLang="en-US" b="1"/>
              <a:t>좌석 배치도 확인</a:t>
            </a:r>
            <a:endParaRPr lang="en-US" altLang="ko-KR" b="1"/>
          </a:p>
          <a:p>
            <a:r>
              <a:rPr lang="ko-KR" altLang="en-US"/>
              <a:t>티켓의 발행 개수 검증과 좌석 배치 기능을 위해 공연장의 좌석 배치도를 판매자에게서 받는다</a:t>
            </a:r>
          </a:p>
        </p:txBody>
      </p:sp>
    </p:spTree>
    <p:extLst>
      <p:ext uri="{BB962C8B-B14F-4D97-AF65-F5344CB8AC3E}">
        <p14:creationId xmlns:p14="http://schemas.microsoft.com/office/powerpoint/2010/main" val="827416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108</Words>
  <Application>Microsoft Office PowerPoint</Application>
  <PresentationFormat>와이드스크린</PresentationFormat>
  <Paragraphs>21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프로젝트 소개</vt:lpstr>
      <vt:lpstr>사용자 흐름 다이어그램</vt:lpstr>
      <vt:lpstr>UI / UX 계획</vt:lpstr>
      <vt:lpstr>티켓 판매 절차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최정흠</dc:creator>
  <cp:lastModifiedBy>최정흠</cp:lastModifiedBy>
  <cp:revision>12</cp:revision>
  <dcterms:created xsi:type="dcterms:W3CDTF">2026-06-25T12:39:00Z</dcterms:created>
  <dcterms:modified xsi:type="dcterms:W3CDTF">2026-06-25T13:28:13Z</dcterms:modified>
</cp:coreProperties>
</file>